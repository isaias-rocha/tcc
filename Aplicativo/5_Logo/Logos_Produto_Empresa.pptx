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ias Rocha" initials="IR" lastIdx="2" clrIdx="0">
    <p:extLst>
      <p:ext uri="{19B8F6BF-5375-455C-9EA6-DF929625EA0E}">
        <p15:presenceInfo xmlns:p15="http://schemas.microsoft.com/office/powerpoint/2012/main" userId="eb7efdbf025e5f1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67" autoAdjust="0"/>
    <p:restoredTop sz="77593" autoAdjust="0"/>
  </p:normalViewPr>
  <p:slideViewPr>
    <p:cSldViewPr snapToGrid="0">
      <p:cViewPr varScale="1">
        <p:scale>
          <a:sx n="56" d="100"/>
          <a:sy n="56" d="100"/>
        </p:scale>
        <p:origin x="1476" y="6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4-12T18:16:04.280" idx="2">
    <p:pos x="10" y="10"/>
    <p:text>Tópico 1: Produto
Nesta categoria, o foco visual está na funcionalidade direta, utilizando ícones que remetem a localização, rastreamento e proteção específica
SafeWay: Um logotipo que combina a segurança de um escudo com a precisão de um pin de localização
Escudo Digital: Uma representação de proteção modular através de hexágonos, sugerindo uma barreira de segurança digital robusta
Símbolo "S": Um design minimalista e fluido em formato de pin, focado na agilidade e clareza da interface de um produto
Símbolo Pin Circular: Um ícone de radar ou foco centralizado, transmitindo vigilância constante e precisão técnica
=============
Tópico 2: Empresa
UirapuruTech: Representada por um pássaro tecnológico, simboliza visão ampla, liberdade e conectividade avançada (wireless)
.
Nexus Guard: Uma marca minimalista que foca na ideia de conexão e elos de segurança fundamentais
.
GUARDIAN TECH: Utiliza a figura de um leão integrado a circuitos para transmitir liderança, força e inteligência em defesa tecnológica
.
SafeNet Solutions: Focada no aspecto humano e global, utiliza mãos protegendo uma rede para simbolizar cuidado, suporte e soluções sistêmicas
.</p:text>
    <p:extLst>
      <p:ext uri="{C676402C-5697-4E1C-873F-D02D1690AC5C}">
        <p15:threadingInfo xmlns:p15="http://schemas.microsoft.com/office/powerpoint/2012/main" timeZoneBias="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8BF00D-8E41-42EC-ABF2-05C63EE3490A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696ABE-ECE6-4E1C-8860-4450F1702A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3296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 smtClean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D696ABE-ECE6-4E1C-8860-4450F1702A13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0532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C441-7EDD-4897-BA6B-F0C2AB643087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3D14-4367-48E0-82C6-19B71D8DAE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9066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C441-7EDD-4897-BA6B-F0C2AB643087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3D14-4367-48E0-82C6-19B71D8DAE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1418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C441-7EDD-4897-BA6B-F0C2AB643087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3D14-4367-48E0-82C6-19B71D8DAE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4602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C441-7EDD-4897-BA6B-F0C2AB643087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3D14-4367-48E0-82C6-19B71D8DAE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3467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C441-7EDD-4897-BA6B-F0C2AB643087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3D14-4367-48E0-82C6-19B71D8DAE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8483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C441-7EDD-4897-BA6B-F0C2AB643087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3D14-4367-48E0-82C6-19B71D8DAE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9250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C441-7EDD-4897-BA6B-F0C2AB643087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3D14-4367-48E0-82C6-19B71D8DAE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0260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C441-7EDD-4897-BA6B-F0C2AB643087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3D14-4367-48E0-82C6-19B71D8DAE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7344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C441-7EDD-4897-BA6B-F0C2AB643087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3D14-4367-48E0-82C6-19B71D8DAE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9848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C441-7EDD-4897-BA6B-F0C2AB643087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3D14-4367-48E0-82C6-19B71D8DAE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7956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0C441-7EDD-4897-BA6B-F0C2AB643087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3D14-4367-48E0-82C6-19B71D8DAE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44341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F0C441-7EDD-4897-BA6B-F0C2AB643087}" type="datetimeFigureOut">
              <a:rPr lang="pt-BR" smtClean="0"/>
              <a:t>12/04/2026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33D14-4367-48E0-82C6-19B71D8DAE8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4217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comments" Target="../comments/comment1.xml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abela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2676976"/>
              </p:ext>
            </p:extLst>
          </p:nvPr>
        </p:nvGraphicFramePr>
        <p:xfrm>
          <a:off x="2033932" y="266700"/>
          <a:ext cx="8128000" cy="3810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8540087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551153106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Produto</a:t>
                      </a:r>
                      <a:endParaRPr lang="pt-B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Empresa</a:t>
                      </a:r>
                      <a:endParaRPr lang="pt-BR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349229"/>
                  </a:ext>
                </a:extLst>
              </a:tr>
            </a:tbl>
          </a:graphicData>
        </a:graphic>
      </p:graphicFrame>
      <p:cxnSp>
        <p:nvCxnSpPr>
          <p:cNvPr id="19" name="Linha"/>
          <p:cNvCxnSpPr>
            <a:stCxn id="12" idx="2"/>
          </p:cNvCxnSpPr>
          <p:nvPr/>
        </p:nvCxnSpPr>
        <p:spPr>
          <a:xfrm>
            <a:off x="6097932" y="647700"/>
            <a:ext cx="0" cy="54940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UirapuruTech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415" y="339586"/>
            <a:ext cx="3061752" cy="2054087"/>
          </a:xfrm>
          <a:prstGeom prst="rect">
            <a:avLst/>
          </a:prstGeom>
        </p:spPr>
      </p:pic>
      <p:pic>
        <p:nvPicPr>
          <p:cNvPr id="5" name="SafeWay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491" y="791154"/>
            <a:ext cx="1560669" cy="1560669"/>
          </a:xfrm>
          <a:prstGeom prst="rect">
            <a:avLst/>
          </a:prstGeom>
        </p:spPr>
      </p:pic>
      <p:pic>
        <p:nvPicPr>
          <p:cNvPr id="24" name="Imagem 2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5183" y="1822634"/>
            <a:ext cx="2088120" cy="2088120"/>
          </a:xfrm>
          <a:prstGeom prst="rect">
            <a:avLst/>
          </a:prstGeom>
        </p:spPr>
      </p:pic>
      <p:pic>
        <p:nvPicPr>
          <p:cNvPr id="25" name="Imagem 2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415" y="3550353"/>
            <a:ext cx="2246493" cy="2246493"/>
          </a:xfrm>
          <a:prstGeom prst="rect">
            <a:avLst/>
          </a:prstGeom>
        </p:spPr>
      </p:pic>
      <p:pic>
        <p:nvPicPr>
          <p:cNvPr id="28" name="Imagem 27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7073" y="737587"/>
            <a:ext cx="1950263" cy="1988604"/>
          </a:xfrm>
          <a:prstGeom prst="rect">
            <a:avLst/>
          </a:prstGeom>
        </p:spPr>
      </p:pic>
      <p:pic>
        <p:nvPicPr>
          <p:cNvPr id="30" name="Imagem 2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625" y="3210028"/>
            <a:ext cx="1676400" cy="1676400"/>
          </a:xfrm>
          <a:prstGeom prst="rect">
            <a:avLst/>
          </a:prstGeom>
        </p:spPr>
      </p:pic>
      <p:pic>
        <p:nvPicPr>
          <p:cNvPr id="32" name="Imagem 31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284" y="3268980"/>
            <a:ext cx="1617448" cy="161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379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464</TotalTime>
  <Words>3</Words>
  <Application>Microsoft Office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Isaias Rocha</dc:creator>
  <cp:lastModifiedBy>Isaias Rocha</cp:lastModifiedBy>
  <cp:revision>14</cp:revision>
  <dcterms:created xsi:type="dcterms:W3CDTF">2026-04-12T14:11:54Z</dcterms:created>
  <dcterms:modified xsi:type="dcterms:W3CDTF">2026-04-13T00:05:00Z</dcterms:modified>
</cp:coreProperties>
</file>